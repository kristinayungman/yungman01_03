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564" autoAdjust="0"/>
    <p:restoredTop sz="94660"/>
  </p:normalViewPr>
  <p:slideViewPr>
    <p:cSldViewPr snapToGrid="0">
      <p:cViewPr>
        <p:scale>
          <a:sx n="33" d="100"/>
          <a:sy n="33" d="100"/>
        </p:scale>
        <p:origin x="1325" y="9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526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827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968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088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088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769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526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886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751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070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7858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4266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006514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8486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7389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0916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908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95A993-3CF7-4186-9012-326A3E7207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Калькулятор стоимости недвижимости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36705F1-3316-4238-AA88-62B2BC411F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err="1" smtClean="0"/>
              <a:t>Юнгман</a:t>
            </a:r>
            <a:r>
              <a:rPr lang="ru-RU" dirty="0" smtClean="0"/>
              <a:t> К.Н.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9810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B039D4-E88B-431F-BD6B-CE0404B1B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калькулятора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B71A01B-2D74-4528-A86F-8E58D4134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 smtClean="0"/>
              <a:t>Первый экран-регистрация</a:t>
            </a:r>
            <a:r>
              <a:rPr lang="ru-RU" dirty="0"/>
              <a:t>, </a:t>
            </a:r>
            <a:r>
              <a:rPr lang="ru-RU" dirty="0" smtClean="0"/>
              <a:t>2 </a:t>
            </a:r>
            <a:r>
              <a:rPr lang="en-US" dirty="0" err="1"/>
              <a:t>EditText</a:t>
            </a:r>
            <a:r>
              <a:rPr lang="en-US" dirty="0"/>
              <a:t> </a:t>
            </a:r>
            <a:r>
              <a:rPr lang="ru-RU" dirty="0"/>
              <a:t>и 1 </a:t>
            </a:r>
            <a:r>
              <a:rPr lang="en-US" dirty="0"/>
              <a:t>Button</a:t>
            </a:r>
            <a:r>
              <a:rPr lang="ru-RU" dirty="0"/>
              <a:t>, </a:t>
            </a:r>
            <a:r>
              <a:rPr lang="ru-RU" dirty="0" smtClean="0"/>
              <a:t>при нажатии которой выполняется переход </a:t>
            </a:r>
            <a:r>
              <a:rPr lang="ru-RU" dirty="0"/>
              <a:t>на следующую страницу</a:t>
            </a:r>
            <a:r>
              <a:rPr lang="en-US" dirty="0"/>
              <a:t>, </a:t>
            </a:r>
            <a:r>
              <a:rPr lang="ru-RU" dirty="0"/>
              <a:t>при пустых полях появляется </a:t>
            </a:r>
            <a:r>
              <a:rPr lang="en-US" dirty="0" err="1"/>
              <a:t>TextView</a:t>
            </a:r>
            <a:r>
              <a:rPr lang="en-US" dirty="0"/>
              <a:t> </a:t>
            </a:r>
            <a:r>
              <a:rPr lang="ru-RU" dirty="0"/>
              <a:t>с предупреждением и требованием заполнить поля.</a:t>
            </a:r>
          </a:p>
          <a:p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470" y="161278"/>
            <a:ext cx="5681903" cy="463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5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56F572-F6A4-4585-BBC4-5598BCE05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Реализация калькулятора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BCCD944-B3EF-4D0E-A8C2-32B05479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Р</a:t>
            </a:r>
            <a:r>
              <a:rPr lang="ru-RU" dirty="0" smtClean="0"/>
              <a:t>асчет </a:t>
            </a:r>
            <a:r>
              <a:rPr lang="ru-RU" dirty="0"/>
              <a:t>с помощью </a:t>
            </a:r>
            <a:r>
              <a:rPr lang="en-US" dirty="0"/>
              <a:t>Spinner, </a:t>
            </a:r>
            <a:r>
              <a:rPr lang="en-US" dirty="0" err="1"/>
              <a:t>EditText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/>
              <a:t>Button, </a:t>
            </a:r>
            <a:r>
              <a:rPr lang="ru-RU" dirty="0"/>
              <a:t>результат появляется в </a:t>
            </a:r>
            <a:r>
              <a:rPr lang="en-US" dirty="0" err="1"/>
              <a:t>TextView</a:t>
            </a:r>
            <a:r>
              <a:rPr lang="ru-RU" dirty="0"/>
              <a:t>, и переходит на следующую страницу</a:t>
            </a:r>
            <a:r>
              <a:rPr lang="en-US" dirty="0"/>
              <a:t>.</a:t>
            </a:r>
            <a:endParaRPr lang="ru-RU" dirty="0"/>
          </a:p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857" y="277201"/>
            <a:ext cx="2892751" cy="433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233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841D79-A26A-4C39-B25D-6E099E81E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калькулятора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051A059-58F9-455C-BC92-C65ABC4883E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 smtClean="0"/>
              <a:t>Третий экран выводит </a:t>
            </a:r>
            <a:r>
              <a:rPr lang="ru-RU" dirty="0"/>
              <a:t>результаты </a:t>
            </a:r>
            <a:r>
              <a:rPr lang="ru-RU" dirty="0" smtClean="0"/>
              <a:t>расчетов</a:t>
            </a:r>
            <a:endParaRPr lang="ru-RU" dirty="0"/>
          </a:p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229" y="271573"/>
            <a:ext cx="2721735" cy="4529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600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BD6D5E-0871-49B4-A0BC-B732F3B06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Схема классов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668" y="180474"/>
            <a:ext cx="3658030" cy="63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694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8E0AF5-9416-491A-B382-5A5D7299D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Производительность </a:t>
            </a:r>
            <a:r>
              <a:rPr lang="ru-RU" b="1" dirty="0"/>
              <a:t>приложения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24" y="1930400"/>
            <a:ext cx="10460622" cy="3545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465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022C68-6FAE-4117-8B87-67AAF4274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Архитектурные решения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122CBB-7A98-4CB1-8B94-24FDE5D79AEB}"/>
              </a:ext>
            </a:extLst>
          </p:cNvPr>
          <p:cNvSpPr txBox="1"/>
          <p:nvPr/>
        </p:nvSpPr>
        <p:spPr>
          <a:xfrm>
            <a:off x="945167" y="1753644"/>
            <a:ext cx="623224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600" dirty="0"/>
              <a:t>Использовалась платформа </a:t>
            </a:r>
            <a:r>
              <a:rPr lang="en-US" sz="3600" dirty="0"/>
              <a:t>Android </a:t>
            </a:r>
            <a:r>
              <a:rPr lang="en-US" sz="3600" dirty="0" smtClean="0"/>
              <a:t>Studio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600" dirty="0" smtClean="0"/>
              <a:t>Использовался </a:t>
            </a:r>
            <a:r>
              <a:rPr lang="ru-RU" sz="3600" dirty="0"/>
              <a:t>язык программирования </a:t>
            </a:r>
            <a:r>
              <a:rPr lang="en-US" sz="3600" dirty="0" err="1"/>
              <a:t>Kotlin</a:t>
            </a:r>
            <a:r>
              <a:rPr lang="en-US" sz="3600" dirty="0"/>
              <a:t> </a:t>
            </a:r>
            <a:endParaRPr lang="en-US" sz="3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600" dirty="0" smtClean="0"/>
              <a:t>Для </a:t>
            </a:r>
            <a:r>
              <a:rPr lang="ru-RU" sz="3600" dirty="0"/>
              <a:t>создания классов и язык разметки </a:t>
            </a:r>
            <a:r>
              <a:rPr lang="en-US" sz="3600" dirty="0"/>
              <a:t>Android XML </a:t>
            </a:r>
            <a:r>
              <a:rPr lang="ru-RU" sz="3600" dirty="0"/>
              <a:t>для </a:t>
            </a:r>
            <a:r>
              <a:rPr lang="ru-RU" sz="3600" dirty="0" smtClean="0"/>
              <a:t>разметки</a:t>
            </a:r>
            <a:endParaRPr lang="en-US" sz="36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9576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279344-5CA6-43FA-97B3-16AF959FF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Используемые библиотеки 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750140"/>
            <a:ext cx="8581616" cy="301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462045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TM04033917[[fn=Берлин]]</Template>
  <TotalTime>75</TotalTime>
  <Words>93</Words>
  <Application>Microsoft Office PowerPoint</Application>
  <PresentationFormat>Широкоэкранный</PresentationFormat>
  <Paragraphs>15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Аспект</vt:lpstr>
      <vt:lpstr>Калькулятор стоимости недвижимости</vt:lpstr>
      <vt:lpstr>Реализация калькулятора</vt:lpstr>
      <vt:lpstr>Реализация калькулятора</vt:lpstr>
      <vt:lpstr>Реализация калькулятора</vt:lpstr>
      <vt:lpstr>Схема классов</vt:lpstr>
      <vt:lpstr>Производительность приложения</vt:lpstr>
      <vt:lpstr>Архитектурные решения</vt:lpstr>
      <vt:lpstr>Используемые библиотеки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Калькулятор стоимости недвижимости</dc:title>
  <dc:creator>305-2</dc:creator>
  <cp:lastModifiedBy>Ноутбук</cp:lastModifiedBy>
  <cp:revision>9</cp:revision>
  <dcterms:created xsi:type="dcterms:W3CDTF">2025-12-01T10:34:03Z</dcterms:created>
  <dcterms:modified xsi:type="dcterms:W3CDTF">2025-12-06T07:27:41Z</dcterms:modified>
</cp:coreProperties>
</file>